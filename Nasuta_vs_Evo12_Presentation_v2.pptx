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2E8F0"/>
                </a:solidFill>
                <a:latin typeface="Segoe UI"/>
              </a:rPr>
              <a:t>ÖKOLOPOLY EVO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  <a:latin typeface="Segoe UI"/>
              </a:rPr>
              <a:t>Ein Kybernetischer Sieg über die Nasuta-Baseline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  <a:latin typeface="Segoe UI"/>
              </a:rPr>
              <a:t>Reinforcement Learning in hochgradig gekoppelten Systemen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Segoe UI"/>
              </a:rPr>
              <a:t>DeepMindMap AI &amp; Shubham Jayswal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DAS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Segoe UI"/>
              </a:rPr>
              <a:t>Die Malthusianische Falle &amp; Nasuta Baseline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bentConnector3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463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In Ökolopoly führen positive Rückkopplungen (Bevölkerungswachstum, Produktion) unweigerlich in den Systemkollaps. Standard-RL und die Nasuta-Baseline scheitern an den späten Runden.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212080" cy="3200400"/>
          </a:xfrm>
          <a:prstGeom prst="roundRect">
            <a:avLst/>
          </a:prstGeom>
          <a:solidFill>
            <a:srgbClr val="13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3F5E"/>
                </a:solidFill>
                <a:latin typeface="Segoe UI"/>
              </a:rPr>
              <a:t>Die Nasuta-Baseline (Paper)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• Reine Optimierung ohne systemisches Verständnis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• Kollabiert typischerweise in Runde 9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• Agenten optimieren kurzfristige Gewinne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• Folge: Überbevölkerung oder Umweltkollaps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• Fazit: Offener Regelkreis scheitert.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377440"/>
            <a:ext cx="5212080" cy="3200400"/>
          </a:xfrm>
          <a:prstGeom prst="roundRect">
            <a:avLst/>
          </a:prstGeom>
          <a:solidFill>
            <a:srgbClr val="13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560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4748B"/>
                </a:solidFill>
                <a:latin typeface="Segoe UI"/>
              </a:rPr>
              <a:t>Standard RL (Evo 11)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1089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• Agent nutzt Exploits ('Wall-Hugging')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• Kollabiert ~Runde 12 durch Überpopulation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• Findet lokale Optima statt globalem Überleben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• Erkennt nicht den Wert von langfristiger Bildung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Segoe UI"/>
              </a:rPr>
              <a:t>Oekolopoly RL · Nasuta vs Evo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UNSER ANSATZ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Segoe UI"/>
              </a:rPr>
              <a:t>Evo 12.3: Spread-Balance + Ceiling-Guard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bentConnector3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463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Statt einer einzelnen Wachstumsstrafe halten zwei gekoppelte Signale das System in Balance: ein Spread-Term zieht alle Sektoren zur Mitte, ein Ceiling-Guard verhindert das Überkippen an der oberen Grenze.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109728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Segoe UI"/>
              </a:rPr>
              <a:t>Spread-Balance + Ceiling-Guard (Python Gym Wrapper)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  <a:latin typeface="Segoe UI"/>
              </a:rPr>
              <a:t>v = normalize(V[:8], Vmin, Vmax)          # alle Sektoren -&gt; 0..1</a:t>
            </a:r>
          </a:p>
          <a:p>
            <a:pPr algn="l"/>
            <a:r>
              <a:rPr sz="1200" b="0" i="0">
                <a:solidFill>
                  <a:srgbClr val="10B981"/>
                </a:solidFill>
                <a:latin typeface="Segoe UI"/>
              </a:rPr>
              <a:t>reward += 3.0 * (1 - (v.max() - v.min()))  # Spread: zur Mitte</a:t>
            </a:r>
          </a:p>
          <a:p>
            <a:pPr algn="l"/>
            <a:r>
              <a:rPr sz="1200" b="0" i="0">
                <a:solidFill>
                  <a:srgbClr val="10B981"/>
                </a:solidFill>
                <a:latin typeface="Segoe UI"/>
              </a:rPr>
              <a:t>reward -= 8.0 * maximum(0, v - 0.80).sum() # Ceiling-Guard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Wirkung: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1. Spread hält alle 8 Sektoren im sicheren Mittelkorridor.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2. Ceiling-Guard blockiert das Überkippen über die obere Wand (QoL-Decke, R21).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3. Kein Suicide-Trap: längeres Überleben bringt strikt mehr Reward.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Segoe UI"/>
              </a:rPr>
              <a:t>Oekolopoly RL · Nasuta vs Evo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DAS ERGEBNIS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Segoe UI"/>
              </a:rPr>
              <a:t>100% Win-Rate nach 1.000.000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bentConnector3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0"/>
            <a:ext cx="10972800" cy="18288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B1117"/>
                </a:solidFill>
                <a:latin typeface="Segoe UI"/>
              </a:rPr>
              <a:t>10 / 10 Seeds überleben Runde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B1117"/>
                </a:solidFill>
                <a:latin typeface="Segoe UI"/>
              </a:rPr>
              <a:t>Durchschnittliche Runden: 30.00</a:t>
            </a:r>
          </a:p>
          <a:p>
            <a:pPr algn="ctr"/>
            <a:r>
              <a:rPr sz="1600" b="0" i="0">
                <a:solidFill>
                  <a:srgbClr val="0B1117"/>
                </a:solidFill>
                <a:latin typeface="Segoe UI"/>
              </a:rPr>
              <a:t>Todesursachen: KEINE (Alle 'survived')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  <a:latin typeface="Segoe UI"/>
              </a:rPr>
              <a:t>Der Phasenübergang ('Die Singularität'):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• Nach 750k Steps: Agent stirbt in Runde 14 an verschiedenen Ursachen (Whack-a-Mole).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• Nach 1M Steps: Das Nadelöhr (Runde 14) ist durchbrochen.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• Sobald Runde 14 überlebt wird, nutzt der Agent die positiven Rückkopplungen (hohe Bildung = stabile Bevölkerung = hohe Lebensqualität) zu seinem Vorteil.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Segoe UI"/>
              </a:rPr>
              <a:t>Oekolopoly RL · Nasuta vs Evo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AUDIT &amp; BEWEIS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Segoe UI"/>
              </a:rPr>
              <a:t>Echter kybernetischer Sieg (Kein Exploit)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bentConnector3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463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Segoe UI"/>
              </a:rPr>
              <a:t>Forensische Analyse (Seed 42) der Endwerte in Runde 30 beweist, dass der Agent das System absolut stabilisiert hat, ohne 'Wall-Hugging' (Kleben an den Randwerten) zu betreiben.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212080" cy="3200400"/>
          </a:xfrm>
          <a:prstGeom prst="roundRect">
            <a:avLst/>
          </a:prstGeom>
          <a:solidFill>
            <a:srgbClr val="13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  <a:latin typeface="Segoe UI"/>
              </a:rPr>
              <a:t>Grenzwerte &amp; Stabilität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• Max End-Zustand: 39 (Kritisch: &gt;45)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• Min End-Zustand: 10 (Kritisch: &lt;3)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/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Alle Sektoren oszillieren sicher im zentralen Balance-Korridor [10, 39].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86000"/>
            <a:ext cx="5212080" cy="3200400"/>
          </a:xfrm>
          <a:prstGeom prst="roundRect">
            <a:avLst/>
          </a:prstGeom>
          <a:solidFill>
            <a:srgbClr val="13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468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Segoe UI"/>
              </a:rPr>
              <a:t>Strategie des Agenten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0175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1. Früher, radikaler Aufbau von Aufklärung.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2. Sanierung kompensiert Industrie-Schaden exakt.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3. Politik bleibt bei 19, Bevölkerung stagniert sanft bei 30.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/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Fazit: Das Netzwerk hat die System Dynamics vollständig entschlüsselt.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Segoe UI"/>
              </a:rPr>
              <a:t>Oekolopoly RL · Nasuta vs Evo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